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80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41148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5BFF"/>
                </a:solidFill>
              </a:rPr>
              <a:t>AUDIT UX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spc="-50" kern="0" dirty="0">
                <a:solidFill>
                  <a:srgbClr val="FFFFFF"/>
                </a:solidFill>
              </a:rPr>
              <a:t>Dashboard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spc="-50" kern="0" dirty="0">
                <a:solidFill>
                  <a:srgbClr val="FFFFFF"/>
                </a:solidFill>
              </a:rPr>
              <a:t>actuel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36576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Un catalogue,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pas une surface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d'action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L'interface expose tout ce que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la plateforme contient, mais ne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dit jamais quoi faire maintenant.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45152"/>
            <a:ext cx="3840480" cy="50292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4645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 Remplacer par une vue « Aujourd'hui 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0"/>
            <a:ext cx="8046720" cy="5148072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64748B"/>
                </a:solidFill>
              </a:rPr>
              <a:t>3 FRICTIONS CRITIQUES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60520" y="8686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1033272"/>
            <a:ext cx="438912" cy="246888"/>
          </a:xfrm>
          <a:prstGeom prst="roundRect">
            <a:avLst>
              <a:gd name="adj" fmla="val 22222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1033272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9966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Zéro prescription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25112" y="1325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L'écran ne dit pas à l'utilisateur quoi faire maintenant.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5 sections visibles simultanément avec le même poids visuel.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35440" y="978408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9784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−58%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9828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d'abandon Start → QPP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60520" y="20116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2176272"/>
            <a:ext cx="438912" cy="246888"/>
          </a:xfrm>
          <a:prstGeom prst="roundRect">
            <a:avLst>
              <a:gd name="adj" fmla="val 22222"/>
            </a:avLst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2176272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1396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13 items dans la sidebar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25112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Nav primaire, secondaire et institutionnelle au même niveau.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Aucune architecture — Hick's Law : trop de choix = paralysie.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35440" y="2121408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1214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13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98280" y="2560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items sans hiérarchie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60520" y="31546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25112" y="3319272"/>
            <a:ext cx="438912" cy="246888"/>
          </a:xfrm>
          <a:prstGeom prst="roundRect">
            <a:avLst>
              <a:gd name="adj" fmla="val 22222"/>
            </a:avLst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25112" y="3319272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2826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6 cartes identiques, 0 priorité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25112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Même gabarit, même label, 4 couleurs de bouton sans logique.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L'utilisateur ne sait pas par quelle activité commencer.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235440" y="3264408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32644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6×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09828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«Accéder» sans ordre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60520" y="4315968"/>
            <a:ext cx="7406640" cy="621792"/>
          </a:xfrm>
          <a:prstGeom prst="roundRect">
            <a:avLst>
              <a:gd name="adj" fmla="val 14706"/>
            </a:avLst>
          </a:prstGeom>
          <a:solidFill>
            <a:srgbClr val="EBF0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431596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40CC"/>
                </a:solidFill>
              </a:rPr>
              <a:t>IA cible  ·  Dashboard = vue Aujourd'hui · 1 action héro · Coach panel droit · Webinar si &lt; 72h · Tout le reste dans la sidebar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2026-06-15T11:23:57Z</dcterms:created>
  <dcterms:modified xsi:type="dcterms:W3CDTF">2026-06-15T11:23:57Z</dcterms:modified>
</cp:coreProperties>
</file>